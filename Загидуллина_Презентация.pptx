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19.06.2026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19.06.2026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ИНДИВИДУАЛЬНОЕ ЗАДАНИЕ «ДИНАМИЧЕСКИЕ СТРУКТУРЫ ДАННЫХ»</a:t>
            </a:r>
            <a:br>
              <a:rPr lang="ru-RU" sz="4000" dirty="0"/>
            </a:br>
            <a:r>
              <a:rPr lang="ru-RU" sz="4000" dirty="0"/>
              <a:t>Задача №1.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Загидуллина София </a:t>
            </a:r>
            <a:r>
              <a:rPr lang="ru-RU" dirty="0" err="1">
                <a:solidFill>
                  <a:schemeClr val="bg1"/>
                </a:solidFill>
              </a:rPr>
              <a:t>Султановна</a:t>
            </a:r>
            <a:r>
              <a:rPr lang="ru-RU" dirty="0">
                <a:solidFill>
                  <a:schemeClr val="bg1"/>
                </a:solidFill>
              </a:rPr>
              <a:t>, ИТ-8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1664D-D7FA-682B-9717-BD28802F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7403D6-C7B0-5F5F-9F00-B115A1E502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Используя структуру стека, вычислить выражение, содержащее две операции: поиск минимума (обозначается m(,)) и поиск максимума (обозначается М(,)). Операции могут быть вложенными, например, M(15, m(16,8)) (в данном выражении ищем минимум из 16 и 8, а потом ищем максимум от результата m(16,8) и 15, ответ 15). В качестве аргументов могут использоваться только целые положительные числа. Строка, вводимая пользователем, корректна и не содержит пробелов.</a:t>
            </a:r>
          </a:p>
        </p:txBody>
      </p:sp>
    </p:spTree>
    <p:extLst>
      <p:ext uri="{BB962C8B-B14F-4D97-AF65-F5344CB8AC3E}">
        <p14:creationId xmlns:p14="http://schemas.microsoft.com/office/powerpoint/2010/main" val="1201049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57CF5-69B6-743C-B49F-13873D15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A98E1B-2CC2-A922-6B95-0CFD37DD9F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b="1" dirty="0" err="1"/>
              <a:t>Кодстайл</a:t>
            </a:r>
            <a:r>
              <a:rPr lang="ru-RU" b="1" dirty="0"/>
              <a:t>:</a:t>
            </a:r>
          </a:p>
          <a:p>
            <a:pPr marL="457200" lvl="1" indent="0">
              <a:buNone/>
            </a:pPr>
            <a:r>
              <a:rPr lang="ru-RU" dirty="0"/>
              <a:t>◦ Соблюдение стандарта, принятого в учебной группе (PEP 8)</a:t>
            </a:r>
          </a:p>
          <a:p>
            <a:pPr marL="457200" lvl="1" indent="0">
              <a:buNone/>
            </a:pPr>
            <a:r>
              <a:rPr lang="ru-RU" dirty="0"/>
              <a:t>◦ Четкое разделение кода на функции (одна функция — одна логическая задача).</a:t>
            </a:r>
          </a:p>
          <a:p>
            <a:pPr marL="457200" lvl="1" indent="0">
              <a:buNone/>
            </a:pPr>
            <a:r>
              <a:rPr lang="ru-RU" dirty="0"/>
              <a:t>◦ Обработка ошибок (проверка открытия файлов, корректности ввода пользователя и т.д.).</a:t>
            </a:r>
          </a:p>
          <a:p>
            <a:pPr marL="457200" lvl="1" indent="0">
              <a:buNone/>
            </a:pPr>
            <a:r>
              <a:rPr lang="ru-RU" dirty="0"/>
              <a:t>◦ Комментарии только (!) к неочевидным алгоритмам и объявлениям структур.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b="1" dirty="0"/>
              <a:t>Архитектура программы:</a:t>
            </a:r>
          </a:p>
          <a:p>
            <a:pPr marL="457200" lvl="1" indent="0">
              <a:buNone/>
            </a:pPr>
            <a:r>
              <a:rPr lang="ru-RU" dirty="0"/>
              <a:t>◦ Разделение на логические модули (например, main.py, logic.py).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b="1" dirty="0"/>
              <a:t>Пользовательский интерфейс:</a:t>
            </a:r>
          </a:p>
          <a:p>
            <a:pPr marL="457200" lvl="1" indent="0">
              <a:buNone/>
            </a:pPr>
            <a:r>
              <a:rPr lang="ru-RU" dirty="0"/>
              <a:t>◦ В программе обязательно наличие дружественного интерфейса и защиты от некорректного пользовательского ввода.</a:t>
            </a:r>
          </a:p>
          <a:p>
            <a:pPr marL="457200" lvl="1" indent="0">
              <a:buNone/>
            </a:pPr>
            <a:r>
              <a:rPr lang="ru-RU" dirty="0"/>
              <a:t>◦ В консоли должно быть циклическое текстовое меню с нумерованными пунктами.</a:t>
            </a:r>
          </a:p>
          <a:p>
            <a:pPr marL="457200" lvl="1" indent="0">
              <a:buNone/>
            </a:pPr>
            <a:r>
              <a:rPr lang="ru-RU" dirty="0"/>
              <a:t>◦ Меню должно быть с понятными пояснениями.</a:t>
            </a:r>
          </a:p>
          <a:p>
            <a:pPr marL="457200" lvl="1" indent="0">
              <a:buNone/>
            </a:pPr>
            <a:r>
              <a:rPr lang="ru-RU" dirty="0"/>
              <a:t>◦ Программа должна запрашивать ввод у пользователя и корректно реагировать на неверные данные.</a:t>
            </a:r>
          </a:p>
          <a:p>
            <a:pPr marL="457200" lvl="1" indent="0">
              <a:buNone/>
            </a:pPr>
            <a:r>
              <a:rPr lang="ru-RU" dirty="0"/>
              <a:t>◦ После выполнения операции (кроме выхода) следует возвращать пользователя в меню или подменю.</a:t>
            </a:r>
          </a:p>
        </p:txBody>
      </p:sp>
    </p:spTree>
    <p:extLst>
      <p:ext uri="{BB962C8B-B14F-4D97-AF65-F5344CB8AC3E}">
        <p14:creationId xmlns:p14="http://schemas.microsoft.com/office/powerpoint/2010/main" val="42751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19B90-24DE-318F-2724-D68EFD92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74" y="2522992"/>
            <a:ext cx="3207656" cy="1600200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Алгоритмы и структуры данных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105045-9EDF-B8BF-8CEB-465F7EAA21C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843" b="9843"/>
          <a:stretch/>
        </p:blipFill>
        <p:spPr>
          <a:xfrm>
            <a:off x="4049713" y="3860800"/>
            <a:ext cx="8142287" cy="2997200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0D51591C-44BE-767C-FF9E-E6683A302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4400"/>
              <a:t>Стек – основной используемый тип данных.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40639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F11B379-DEAC-B6B0-680F-4B010C3D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Алгоритмы и структуры данных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D85D170-A059-E080-A6A9-0EED1516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Сложность алгоритма:</a:t>
            </a:r>
            <a:r>
              <a:rPr lang="ru-RU" dirty="0"/>
              <a:t> O(n), где n – длина входной строки, так как каждый символ обрабатывается ровно один раз.</a:t>
            </a:r>
          </a:p>
          <a:p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E851B1D-797D-FD8A-1EA6-531AB47E3D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49" b="49"/>
          <a:stretch/>
        </p:blipFill>
        <p:spPr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454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3EF84-42DB-8202-3D6A-1318EF68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59F3CA-85E0-23FB-CBE5-326FBC0C8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7" y="2901950"/>
            <a:ext cx="4964113" cy="211176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25298D6-3F0C-AE31-540F-357D9C402836}"/>
              </a:ext>
            </a:extLst>
          </p:cNvPr>
          <p:cNvSpPr txBox="1"/>
          <p:nvPr/>
        </p:nvSpPr>
        <p:spPr>
          <a:xfrm>
            <a:off x="404947" y="5099050"/>
            <a:ext cx="470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Рис. 1 Главное меню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837B95-D91A-C365-BD43-E50BC0527DDE}"/>
              </a:ext>
            </a:extLst>
          </p:cNvPr>
          <p:cNvSpPr txBox="1"/>
          <p:nvPr/>
        </p:nvSpPr>
        <p:spPr>
          <a:xfrm>
            <a:off x="5784850" y="5099050"/>
            <a:ext cx="470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Рис. 2 Вычисление выражения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4FDD8D-89B8-7528-2A86-6518B1293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025" y="3003550"/>
            <a:ext cx="6240112" cy="187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0F2E-EB0F-AA8D-4279-7065513E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9D23B-64B5-9D9E-22A3-DCD2CBB6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028D6F-0ACF-3DE4-D125-3AC65FC635D4}"/>
              </a:ext>
            </a:extLst>
          </p:cNvPr>
          <p:cNvSpPr txBox="1"/>
          <p:nvPr/>
        </p:nvSpPr>
        <p:spPr>
          <a:xfrm>
            <a:off x="422275" y="5503664"/>
            <a:ext cx="470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Рис. 3 Примеры выражений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9855C1-3E3B-8695-CFA1-987C1015ADDA}"/>
              </a:ext>
            </a:extLst>
          </p:cNvPr>
          <p:cNvSpPr txBox="1"/>
          <p:nvPr/>
        </p:nvSpPr>
        <p:spPr>
          <a:xfrm>
            <a:off x="6172200" y="5441950"/>
            <a:ext cx="470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Рис. 4 Выход из программы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424D52-5773-B9B9-31B3-64417FC57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5" y="2165152"/>
            <a:ext cx="3676650" cy="3171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B324BA-B6BE-F0F8-98F9-F54D63FE2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29381"/>
            <a:ext cx="4895850" cy="304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29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04AF7A2-24F1-A46E-5C58-2D11B7849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110" y="1049337"/>
            <a:ext cx="4991326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>
                <a:solidFill>
                  <a:schemeClr val="bg1"/>
                </a:solidFill>
              </a:rPr>
              <a:t>Тестирование и 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8A436A-3B5B-9268-F97D-8DD355C6C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116" y="1049337"/>
            <a:ext cx="4991325" cy="504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3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60971-76DB-97B6-34CA-D7BEAC9C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результаты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2B65D-2397-318C-50C3-1DAEFB53B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89" y="1809001"/>
            <a:ext cx="6555118" cy="246454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E4027A7-6662-46B0-AC5B-900AFDFC7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3" y="4495629"/>
            <a:ext cx="6680848" cy="212742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B871EA9-68FA-6443-8DE8-6E43D3E42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211" y="1801764"/>
            <a:ext cx="4661081" cy="494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8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6A94859-7719-B5A6-62F5-6397AD4CB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2B31B02B-53C6-D38E-B0B7-219B30B5B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Готова ответить на ваши вопросы.</a:t>
            </a:r>
          </a:p>
        </p:txBody>
      </p:sp>
    </p:spTree>
    <p:extLst>
      <p:ext uri="{BB962C8B-B14F-4D97-AF65-F5344CB8AC3E}">
        <p14:creationId xmlns:p14="http://schemas.microsoft.com/office/powerpoint/2010/main" val="6025738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327</Words>
  <Application>Microsoft Office PowerPoint</Application>
  <PresentationFormat>Широкоэкранный</PresentationFormat>
  <Paragraphs>32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PermianSansTypeface</vt:lpstr>
      <vt:lpstr>PermianSerifTypeface</vt:lpstr>
      <vt:lpstr>Тема Office</vt:lpstr>
      <vt:lpstr>ИНДИВИДУАЛЬНОЕ ЗАДАНИЕ «ДИНАМИЧЕСКИЕ СТРУКТУРЫ ДАННЫХ» Задача №1.</vt:lpstr>
      <vt:lpstr>Постановка задачи</vt:lpstr>
      <vt:lpstr>Требования</vt:lpstr>
      <vt:lpstr>Алгоритмы и структуры данных</vt:lpstr>
      <vt:lpstr>Алгоритмы и структуры данных</vt:lpstr>
      <vt:lpstr>Демонстрация работы</vt:lpstr>
      <vt:lpstr>Демонстрация работы</vt:lpstr>
      <vt:lpstr>Презентация PowerPoint</vt:lpstr>
      <vt:lpstr>Тестирование и результаты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Leonid Poezzhaev</cp:lastModifiedBy>
  <cp:revision>35</cp:revision>
  <dcterms:created xsi:type="dcterms:W3CDTF">2020-05-17T17:29:28Z</dcterms:created>
  <dcterms:modified xsi:type="dcterms:W3CDTF">2026-06-19T14:16:02Z</dcterms:modified>
</cp:coreProperties>
</file>